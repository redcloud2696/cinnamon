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presProps" Target="presProps.xml"/>
  <Relationship Id="rId68" Type="http://schemas.openxmlformats.org/officeDocument/2006/relationships/viewProps" Target="viewProps.xml"/>
  <Relationship Id="rId6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25704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993e0f40b88a7203b1c06f4e1ce1941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36b7dc2807d9ac821dcb1550a874f84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1430044c77f9b093712599e568d1546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fae41adef8a9f08187c58822c57da75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ee38b0b4a261112de76a49ced98b677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b62bd9a523f567be6889286165d73cb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c74fa0397c66869cc6e4b7b6237bd51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39cf28a9f11780708cbe4d44de3b35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e9255b3d7e15df96fd43b453428c509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2a3b47b060fde1ca4c546c4ffe742e6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5c664edf8c0f7f146899158ddb2d64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7701d4539c8e40575bf74bf48971544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51ace9646cf5bfc31752b1d0ae8517a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f847fa5aa80f0401fd61347ad99b33a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4713bfcd079444d2cc2b89ad6608bb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29a5f8c55370e4b4f2079408788aac4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333072185c32e7d66363c411189819d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f08ed2a2004132f37441a9733b72427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1e27123b6716af1c0d582af37dfde0a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dc17070b523c6b098f5f4dd8d36f861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ea9fae76207a2a5d00770afdaeee2a4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5af2cacca904a26a93386de11bea2e4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6cb8260fb2afbec40af4d19b7ef4890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eafd0040c862bd6283812ddbcf19d56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48552a0d5d7036c7a53a1a8e5f7053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fc29872bf05a5351bbc4e5afe1a8113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81bc043f00555c46a93709f85cc368a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6a9dac180011c11fe24ff76b3cca7d5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cc9564d6c132ebeb2f57d8446d23a1c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72625f64dc3ed3f94214bc1c07241f8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b3e9ea3b09cf79e0527932f0e8cbc8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63ee2360815373c69f1cb2ad5e7460d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31edb78f8a48c89a597c149e1a30aa8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4ddf3969fb19b25795dd84dda879563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c05c54988376b68d3c7756547c4b9df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4b546671d8ebdede7d804fd34f6831e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2187a071fe2f5531f57ef59e56b1b4c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ccab449e8528a8515efc6fda08c087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4b720abcc00a3edd36aa9eb2039f2c8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583f2d557f8fd46feec20c4fa9e4d88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c5a8df4585f3381d372fe8f411f0625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0ee0f31066fa881161c893ff79fc3f1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e88e802cc27afbb80a3cb68d5a01ed6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ad7f502c71ac7a23a2aecaccaa68aee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8545f61013482ee2356161ce923dbdd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853cefde02cd4ffe56f170d0c310df546.jpg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ac037f02b01798d66c3575dda98dcd047.jp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571cc08bd9357607945f916a10f16f948.jpg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2ddbc0985f79568a907778dfb7b9bdb49.jpg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8171dbed720e1e7373bfb5635a3093550.jp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d180d9d106053932c7e18ed8fffc6df51.jpg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00791d5ad4f2ad999d3c80460f87c4f52.jpg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9e80c53f9e0114cf3c63445a438e72d53.jpg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ea99ec301df76931b6a4123b75457154.jpg"/>
</Relationships>
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8bfbd5f71e877a6e9f563fbefa99bdb55.jpg"/>
</Relationships>
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85c972e53e8bd2919e292d30714a8956.jpg"/>
</Relationships>
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fda80c7af2bf0fe3bf367da626c521b57.jpg"/>
</Relationships>
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33ad63aa9a7c4ed2079e5b7a56dab1b58.jpg"/>
</Relationships>
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d56dbdf5360750c34099ee5a053dba859.jpg"/>
</Relationships>
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2b694d632a46f3ec2fc2a88b9537e6a60.jpg"/>
</Relationships>
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96a3fc88bceb0dba06c30d760565c1461.jpg"/>
</Relationships>
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d81d2c34d3b05ce4ce13552272459b862.jpg"/>
</Relationships>
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e407cc77803e3fd1dcc6653edd4741463.jpg"/>
</Relationships>
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e6fe798c478ed814933f04b5f51230264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7">
  <a:themeElements>
    <a:clrScheme name="Theme8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2026-06-12T05:06:12Z</dcterms:created>
  <dcterms:modified xsi:type="dcterms:W3CDTF">2026-06-12T05:06:12Z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