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  <Relationship Id="rId46" Type="http://schemas.openxmlformats.org/officeDocument/2006/relationships/slide" Target="slides/slide44.xml"/>
  <Relationship Id="rId47" Type="http://schemas.openxmlformats.org/officeDocument/2006/relationships/slide" Target="slides/slide45.xml"/>
  <Relationship Id="rId48" Type="http://schemas.openxmlformats.org/officeDocument/2006/relationships/slide" Target="slides/slide46.xml"/>
  <Relationship Id="rId49" Type="http://schemas.openxmlformats.org/officeDocument/2006/relationships/slide" Target="slides/slide47.xml"/>
  <Relationship Id="rId50" Type="http://schemas.openxmlformats.org/officeDocument/2006/relationships/slide" Target="slides/slide48.xml"/>
  <Relationship Id="rId51" Type="http://schemas.openxmlformats.org/officeDocument/2006/relationships/slide" Target="slides/slide49.xml"/>
  <Relationship Id="rId52" Type="http://schemas.openxmlformats.org/officeDocument/2006/relationships/slide" Target="slides/slide50.xml"/>
  <Relationship Id="rId53" Type="http://schemas.openxmlformats.org/officeDocument/2006/relationships/slide" Target="slides/slide51.xml"/>
  <Relationship Id="rId54" Type="http://schemas.openxmlformats.org/officeDocument/2006/relationships/slide" Target="slides/slide52.xml"/>
  <Relationship Id="rId55" Type="http://schemas.openxmlformats.org/officeDocument/2006/relationships/slide" Target="slides/slide53.xml"/>
  <Relationship Id="rId56" Type="http://schemas.openxmlformats.org/officeDocument/2006/relationships/slide" Target="slides/slide54.xml"/>
  <Relationship Id="rId57" Type="http://schemas.openxmlformats.org/officeDocument/2006/relationships/slide" Target="slides/slide55.xml"/>
  <Relationship Id="rId58" Type="http://schemas.openxmlformats.org/officeDocument/2006/relationships/slide" Target="slides/slide56.xml"/>
  <Relationship Id="rId59" Type="http://schemas.openxmlformats.org/officeDocument/2006/relationships/slide" Target="slides/slide57.xml"/>
  <Relationship Id="rId60" Type="http://schemas.openxmlformats.org/officeDocument/2006/relationships/slide" Target="slides/slide58.xml"/>
  <Relationship Id="rId61" Type="http://schemas.openxmlformats.org/officeDocument/2006/relationships/slide" Target="slides/slide59.xml"/>
  <Relationship Id="rId62" Type="http://schemas.openxmlformats.org/officeDocument/2006/relationships/slide" Target="slides/slide60.xml"/>
  <Relationship Id="rId63" Type="http://schemas.openxmlformats.org/officeDocument/2006/relationships/slide" Target="slides/slide61.xml"/>
  <Relationship Id="rId64" Type="http://schemas.openxmlformats.org/officeDocument/2006/relationships/slide" Target="slides/slide62.xml"/>
  <Relationship Id="rId65" Type="http://schemas.openxmlformats.org/officeDocument/2006/relationships/slide" Target="slides/slide63.xml"/>
  <Relationship Id="rId66" Type="http://schemas.openxmlformats.org/officeDocument/2006/relationships/slide" Target="slides/slide64.xml"/>
  <Relationship Id="rId67" Type="http://schemas.openxmlformats.org/officeDocument/2006/relationships/slide" Target="slides/slide65.xml"/>
  <Relationship Id="rId68" Type="http://schemas.openxmlformats.org/officeDocument/2006/relationships/slide" Target="slides/slide66.xml"/>
  <Relationship Id="rId69" Type="http://schemas.openxmlformats.org/officeDocument/2006/relationships/slide" Target="slides/slide67.xml"/>
  <Relationship Id="rId70" Type="http://schemas.openxmlformats.org/officeDocument/2006/relationships/slide" Target="slides/slide68.xml"/>
  <Relationship Id="rId71" Type="http://schemas.openxmlformats.org/officeDocument/2006/relationships/presProps" Target="presProps.xml"/>
  <Relationship Id="rId72" Type="http://schemas.openxmlformats.org/officeDocument/2006/relationships/viewProps" Target="viewProps.xml"/>
  <Relationship Id="rId7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819481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17f6a4033292996519102ff034c02a9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aebd40e0252ab70e4751768ea464bfd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620faa7878b23739dbae0fa1605802d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59ac08acd11bb441086a9d479dffcaa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f3afb22d82f258fd5e2828def3f8143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33119a74a70b3bbb94c547f3ffc159a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239eb38db6685fb22a36f64440a4119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04c150cb30179f7826d77d6818b43f5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913cf1a85b00c1e0a94dc7a479ae82e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a8da24a733bf9dff0484bd042f7c2b2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c75d4bd13a174f4367460897e751783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fed817d9ccb769b87ee666a3dc34a66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71511a63d56fafde714843c1246c771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7ae94f966ff592711db64a6671c695a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536ca5c259b9813972766620f861251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cde75ac38372716a62965895b1079f8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3784419243bdbea9facc37802cc1452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9c873c9e032d56d5a0cc0008eca8028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57d7ee9037bde65b0c94a6e139af84c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3dc023b9f192c58e9c10e2b824da98c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619eb9ed83731024524d3485a944a97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f9e46f7a6b3ad467c6ccacda30e7eab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3400731841614d3bda0a344ba4b15d7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338476fed2b3c92113bb0d149ea7cb9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e07de0cb168d41c885d5d4acb91b77b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e1d187be5f5b375ab3532f602de6a87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7795387df65634e4402538c95b034fd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4759e02a15ed192d40fbefc2bfe6381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b877e6515069726e3b16e5c5861f92d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ee049bac2c78fe5b38820a18858721e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fa2bb2d671f05ba64dc8111309ca0ec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73d8e116f57fdede3d27b0dfaade65a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8a7cad1d8597fb5b1306117cf20be98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4c7d5a0ac8e783486213ef5624fe04f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0a01adecfe22b0457b3c128c875cd97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1d432bb6bd15b820b8aa0a4c1e12d83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3bcd213ce14ccffa5e00103737cddfe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ec47979164b0e1a895c210b2db4d19138.jpg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d5c277667dfb41a340a3326880721d839.jpg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a59441dad1ff1ece343635d6da6415940.jpg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9beaa7939f544acaf6f0910b5f627c241.jpg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a059dff0646497515aa792583ad313742.jpg"/>
</Relationships>
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eab376c68b56939118ff4eb461abb7e43.jpg"/>
</Relationships>
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ddecf9e1b0af7752ab9472778fdf5bd44.jpg"/>
</Relationships>
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30de356d12c62792115f3259873b35245.jpg"/>
</Relationships>
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1f11709a1f82677407e6086e1bca7f146.jpg"/>
</Relationships>
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71d05c83a0a9f9cf9c60dc8c3adc3d647.jpg"/>
</Relationships>
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42c738219ff97e5c3dd7e337c4fb9e848.jpg"/>
</Relationships>
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63aaab9f9091a65d3d76b25e7f3f19649.jpg"/>
</Relationships>
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038785a2b1ee8347a318f5d8942dc5d50.jpg"/>
</Relationships>
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b0e498a8f6d51e855709fa4711bc75f51.jpg"/>
</Relationships>
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dbfd50edec125da0f02a2098d8129f52.jpg"/>
</Relationships>
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91bb529cca216b041e78b8d9888daf953.jpg"/>
</Relationships>
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b2b50c0af87e849e93b7930e9474f6754.jpg"/>
</Relationships>
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7eff7c55b096edcf4ca7c374a89f18f55.jpg"/>
</Relationships>
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177907b04b18b760bfed7986a98f4e656.jpg"/>
</Relationships>
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520c5aa133e11989f9a1c252ab3d56657.jpg"/>
</Relationships>
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3834c2dc6b477cab6225adf7c6862de58.jpg"/>
</Relationships>
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96c91e35b2fb9255cbb8c097cc2919359.jpg"/>
</Relationships>
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d09d6994203dacde9205bf766b0aaa760.jpg"/>
</Relationships>
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7c78b543040d02a4318759cb183226861.jpg"/>
</Relationships>
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03cb4d2078093dbc23f92aa0041649f62.jpg"/>
</Relationships>
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c452bd1e0be5ae8f7c343f72424555263.jpg"/>
</Relationships>
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efc8b9d82eb91adda66f94f63cf5ac864.jpg"/>
</Relationships>
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adbb3995cf6d6c81af421e23315a24e65.jpg"/>
</Relationships>
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91c0646c5afa27cfb7fa4bab86148d866.jpg"/>
</Relationships>
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6a9110cd442ee32977d9a33bece2b6167.jpg"/>
</Relationships>

</file>

<file path=ppt/slides/_rels/slide6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ace045de89ceebb707eef160662c6d668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37">
  <a:themeElements>
    <a:clrScheme name="Theme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PHPOffice</dc:creator>
  <cp:lastModifiedBy>PHPPresentation Team</cp:lastModifiedBy>
  <dcterms:created xsi:type="dcterms:W3CDTF">2026-05-19T08:15:32Z</dcterms:created>
  <dcterms:modified xsi:type="dcterms:W3CDTF">2026-05-19T08:15:32Z</dcterms:modified>
  <dc:title>Sample 02 Title</dc:title>
  <dc:description>Sample 02 Description</dc:description>
  <dc:subject>Sample 02 Subject</dc:subject>
  <cp:keywords>office 2007 openxml libreoffice odt php</cp:keywords>
  <cp:category>Sample Category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