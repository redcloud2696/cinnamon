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01" r:id="rId31"/>
    <p:sldId id="302" r:id="rId32"/>
    <p:sldId id="303" r:id="rId33"/>
    <p:sldId id="304" r:id="rId34"/>
    <p:sldId id="305" r:id="rId35"/>
    <p:sldId id="306" r:id="rId36"/>
    <p:sldId id="307" r:id="rId37"/>
    <p:sldId id="308" r:id="rId38"/>
    <p:sldId id="309" r:id="rId39"/>
    <p:sldId id="310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326" r:id="rId56"/>
    <p:sldId id="327" r:id="rId57"/>
    <p:sldId id="328" r:id="rId58"/>
    <p:sldId id="329" r:id="rId5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2" Type="http://schemas.openxmlformats.org/officeDocument/2006/relationships/tableStyles" Target="tableStyles.xml"/><Relationship Id="rId61" Type="http://schemas.openxmlformats.org/officeDocument/2006/relationships/viewProps" Target="viewProps.xml"/><Relationship Id="rId60" Type="http://schemas.openxmlformats.org/officeDocument/2006/relationships/presProps" Target="presProps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4400" kern="1200">
          <a:solidFill>
            <a:schemeClr val="lt1"/>
          </a:solidFill>
        </a:defRPr>
      </a:lvl1pPr>
    </p:titleStyle>
    <p:bodyStyle>
      <a:lvl1pPr indent="-325120" algn="ctr">
        <a:defRPr sz="3200" kern="1200">
          <a:solidFill>
            <a:schemeClr val="tx1"/>
          </a:solidFill>
        </a:defRPr>
      </a:lvl1pPr>
    </p:bodyStyle>
    <p:otherStyle>
      <a:defPPr algn="ctr">
        <a:defRPr kern="1200">
          <a:solidFill>
            <a:schemeClr val="tx1"/>
          </a:solidFill>
        </a:defRPr>
      </a:def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0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1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3.jpe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jpe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jpe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jpe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jpe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jpe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4.jpe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jpe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jpe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Sample image" descr="Sample im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72">
  <a:themeElements>
    <a:clrScheme name="Theme7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/>
  <Paragraphs>0</Paragraphs>
  <Slides>57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4" baseType="lpstr">
      <vt:lpstr>Arial</vt:lpstr>
      <vt:lpstr>宋体</vt:lpstr>
      <vt:lpstr>Wingdings</vt:lpstr>
      <vt:lpstr>微软雅黑</vt:lpstr>
      <vt:lpstr>Arial Unicode MS</vt:lpstr>
      <vt:lpstr>Calibri</vt:lpstr>
      <vt:lpstr>Theme72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02 Title</dc:title>
  <dc:creator>PHPOffice</dc:creator>
  <cp:keywords>office 2007 openxml libreoffice odt php</cp:keywords>
  <dc:description>Sample 02 Description</dc:description>
  <dc:subject>Sample 02 Subject</dc:subject>
  <cp:category>Sample Category</cp:category>
  <cp:lastModifiedBy>叶恩祺</cp:lastModifiedBy>
  <cp:revision>1</cp:revision>
  <dcterms:created xsi:type="dcterms:W3CDTF">2026-05-19T08:25:55Z</dcterms:created>
  <dcterms:modified xsi:type="dcterms:W3CDTF">2026-05-19T08:25:55Z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12904411ECFC483D8D26A805A8C05068_12</vt:lpwstr>
  </property>
  <property fmtid="{D5CDD505-2E9C-101B-9397-08002B2CF9AE}" pid="3" name="KSOProductBuildVer">
    <vt:lpwstr>2052-12.1.0.23542</vt:lpwstr>
  </property>
</Properties>
</file>