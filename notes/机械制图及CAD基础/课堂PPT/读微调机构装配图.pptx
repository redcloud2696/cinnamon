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presProps" Target="presProps.xml"/>
  <Relationship Id="rId50" Type="http://schemas.openxmlformats.org/officeDocument/2006/relationships/viewProps" Target="viewProps.xml"/>
  <Relationship Id="rId5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024579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6eb96208454b2b7a45ff60f7daed645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bee00da8c5b1eac28c1e0b30c7ce488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b04a0755159d38870fd555be103f988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76954b57df10732cee493198159ebc1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95a4757f2e67d18991e3c4053a8576f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f7f54c1e616421c09fa25d25b0d9a61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6bb0f5d0170c5aaccd1d76f2a86ff3f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7718a4008f80d49451f605164fa8309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1730eb7390d22dbb1f8216ef70d3548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58301cbb5f2ebd0b82ff96265317975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563f4445ce34ae2654855d66da85297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3bb70ac1852c85e1cac164d4f3bf04e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3a943ce7af48a6d8e014dc86b7d85f6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be6b1bf57322fdc2c84d3c2d72b1e98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61411766f294050cda9ab14df148e43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29ed3514e1f2cf7d9af021951a5e29e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0724a08a569c5b3bfdfc018edb45c1c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c2894c37ae45ce0f71e0a2d713588e3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616a7ba84510ff6a7214836a352e04a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e5722829525b832e0a89cd59d406b2a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42dbfe781bcd7396826b7de586e29f8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3af503e463b47c2727069826db78ddb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e58311c03e3ae243ad2a8348687e1fb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0cc6c292cc11a132650c81925e45784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a1c1dbf86c800daed63712232e05d5c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eecddf87f37152b0d6cf0e3b7bf9b7a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77e8fc2d2f56e274ab7df8308f10b01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1228062a458f4d85de5e98bfa6d2f3e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3b7b549e3fe94130eafec2b867f829d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835aeea2a2d79c8989ffb76d9d1d021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494b62615aba7f36b802f2297a3f20f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3e4cb5d80d4ae2d126b7621b6d57221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b6f2b8d64fe110a2ad94e2834b1db3e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0831b71f96f4c59402b84ed9f2ab717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48bd7223a0277fc881fc4b4a907c775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0b304dd66001157b771de873e822fc9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ce86d45454e61303dad12c9bc614138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d02d0d0f009df2c74b402443558c260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180037996b9c361d01565db56050b90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6d636bade606b3fe341062adeb8f76b40.jpg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fd11334d64300ddc9048faa0a959bc341.jpg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e46d72165eb43e68e2a59eacdef80d142.jpg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729f09d67f29d87c5dedf97eb9c42ba43.jpg"/>
</Relationships>
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0af011f991be0b622dacc8b2e055cff44.jpg"/>
</Relationships>
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0f533878b8ecaef15ef997a1daf66fb45.jpg"/>
</Relationships>
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cf54ca9e54a2b09bef82747c980b88946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">
  <a:themeElements>
    <a:clrScheme name="Theme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PHPOffice</dc:creator>
  <cp:lastModifiedBy>PHPPresentation Team</cp:lastModifiedBy>
  <dcterms:created xsi:type="dcterms:W3CDTF">2026-06-12T01:58:42Z</dcterms:created>
  <dcterms:modified xsi:type="dcterms:W3CDTF">2026-06-12T01:58:42Z</dcterms:modified>
  <dc:title>Sample 02 Title</dc:title>
  <dc:description>Sample 02 Description</dc:description>
  <dc:subject>Sample 02 Subject</dc:subject>
  <cp:keywords>office 2007 openxml libreoffice odt php</cp:keywords>
  <cp:category>Sample Category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